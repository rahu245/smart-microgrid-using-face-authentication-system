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5" r:id="rId5"/>
    <p:sldId id="276" r:id="rId6"/>
    <p:sldId id="277" r:id="rId7"/>
    <p:sldId id="273" r:id="rId8"/>
    <p:sldId id="268" r:id="rId9"/>
    <p:sldId id="272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A8E4C33-A37A-2CE3-3E40-3B74FB393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90BA3DC-7682-0C35-74C6-3DF7B8E4C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03839608-1D78-73B4-9C88-720676B54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224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756F47D-0E3D-7F5A-2AFF-2E6240EF8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DC4DE350-E45E-872D-470B-238D58AB6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ACE1F07-4F1D-3870-9B75-DF22DCFE9D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1914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E74C134-FD42-9A1F-C6CC-596D0CB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EF33EA1-7096-9498-ABF7-4797F9A658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7F36105-9580-CC40-B793-1E6DABC73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239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SMART MICROGRID USING FACE AUTHENTICATION SYSTEM</a:t>
            </a:r>
            <a:br>
              <a:rPr lang="en-US" sz="2400" dirty="0"/>
            </a:b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CSE_143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Swetha Rajagopal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491659361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IN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Muthuraju</a:t>
            </a:r>
            <a:r>
              <a:rPr lang="en-IN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V</a:t>
            </a:r>
            <a:endParaRPr lang="en-IN" sz="1800" dirty="0">
              <a:solidFill>
                <a:srgbClr val="FF0000"/>
              </a:solidFill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188C11-EC7B-8440-7C34-F60F19CEC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98322"/>
              </p:ext>
            </p:extLst>
          </p:nvPr>
        </p:nvGraphicFramePr>
        <p:xfrm>
          <a:off x="535049" y="3097161"/>
          <a:ext cx="5436974" cy="1209366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718487">
                  <a:extLst>
                    <a:ext uri="{9D8B030D-6E8A-4147-A177-3AD203B41FA5}">
                      <a16:colId xmlns:a16="http://schemas.microsoft.com/office/drawing/2014/main" val="2553095537"/>
                    </a:ext>
                  </a:extLst>
                </a:gridCol>
                <a:gridCol w="2718487">
                  <a:extLst>
                    <a:ext uri="{9D8B030D-6E8A-4147-A177-3AD203B41FA5}">
                      <a16:colId xmlns:a16="http://schemas.microsoft.com/office/drawing/2014/main" val="1399448488"/>
                    </a:ext>
                  </a:extLst>
                </a:gridCol>
              </a:tblGrid>
              <a:tr h="403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tx1"/>
                          </a:solidFill>
                        </a:rPr>
                        <a:t>20221CSE0216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Y R Rahul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590155"/>
                  </a:ext>
                </a:extLst>
              </a:tr>
              <a:tr h="403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u="none" strike="noStrike" cap="none" dirty="0"/>
                        <a:t>20221CSE0231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Darshan Kumar 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813016"/>
                  </a:ext>
                </a:extLst>
              </a:tr>
              <a:tr h="4031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/>
                        <a:t>20221CSE0242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 Monesh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869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Both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Design and implement a smart microgrid using face authentication system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ensure secure, resilient, and efficient operation under unauthorized access.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22555"/>
            <a:ext cx="10668000" cy="387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Abstract:</a:t>
            </a:r>
          </a:p>
          <a:p>
            <a:pPr marL="76200" indent="0">
              <a:buNone/>
            </a:pPr>
            <a:r>
              <a:rPr lang="en-US" sz="1600" dirty="0"/>
              <a:t>The Smart Microgrid Using Face Authentication System provides a secure and automated solution for managing multiple power sources. The system monitors real-time voltage, current, temperature, and humidity using integrated sensors and automatically switches between a transformer and a Li-ion battery for uninterrupted power supply. An Arduino Nano processes sensor data and controls relays, while a Bluetooth module enables wireless load management. Face authentication ensures only authorized users can access and operate the system. The design enhances reliability, safety, and energy efficiency. Overall, the project demonstrates a low-cost, intelligent microgrid suitable for smart home and small-scale energy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EED78A7-E0D5-7B49-D550-14C7A7E25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DC51E247-3749-6B21-1863-A584B26D0D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692C1E12-44C5-4064-1E6E-6A6287D58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022555"/>
            <a:ext cx="10668000" cy="496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900" b="1" u="sng" dirty="0">
                <a:solidFill>
                  <a:schemeClr val="tx1"/>
                </a:solidFill>
              </a:rPr>
              <a:t>Literature Survey:</a:t>
            </a:r>
          </a:p>
          <a:p>
            <a:r>
              <a:rPr lang="en-US" sz="1600" b="1" dirty="0"/>
              <a:t>Key Insights from Reviewed Papers:</a:t>
            </a:r>
            <a:endParaRPr lang="en-US" sz="1600" dirty="0"/>
          </a:p>
          <a:p>
            <a:r>
              <a:rPr lang="en-US" sz="1600" dirty="0"/>
              <a:t>IoT-based microgrids require intelligent control &amp; real-time data monitoring.</a:t>
            </a:r>
          </a:p>
          <a:p>
            <a:r>
              <a:rPr lang="en-US" sz="1600" dirty="0"/>
              <a:t>Sensor-based load management improves energy efficiency.</a:t>
            </a:r>
          </a:p>
          <a:p>
            <a:r>
              <a:rPr lang="en-US" sz="1600" dirty="0"/>
              <a:t>Bluetooth/Wi-Fi are reliable for local device communication.</a:t>
            </a:r>
          </a:p>
          <a:p>
            <a:r>
              <a:rPr lang="en-US" sz="1600" dirty="0"/>
              <a:t>Face authentication improves security but must be optimized for low-cost hardware.</a:t>
            </a:r>
          </a:p>
          <a:p>
            <a:r>
              <a:rPr lang="en-US" sz="1600" dirty="0"/>
              <a:t>Many prototypes lack combined </a:t>
            </a:r>
            <a:r>
              <a:rPr lang="en-US" sz="1600" b="1" dirty="0"/>
              <a:t>power automation + security + monitoring</a:t>
            </a:r>
            <a:r>
              <a:rPr lang="en-US" sz="1600" dirty="0"/>
              <a:t>.</a:t>
            </a:r>
          </a:p>
          <a:p>
            <a:pPr marL="76200" indent="0">
              <a:buNone/>
            </a:pPr>
            <a:r>
              <a:rPr lang="en-IN" sz="1600" b="1" dirty="0"/>
              <a:t>&gt;  </a:t>
            </a:r>
            <a:r>
              <a:rPr lang="en-IN" sz="1600" b="1" u="sng" dirty="0"/>
              <a:t>Objectives: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Automatic selection of best power source (Transformer / Battery)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Real-time monitoring of voltage, current, temperature, humidity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Load control using Bluetooth-based mobile app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Secure access using face authentication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Reliable and continuous power delivery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User-friendly display using LCD (I2C)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99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D01C188-394D-A10C-528F-583D3329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ACFB912A-EA90-D212-5CC0-D26E2FE0E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7BA9E0E0-AF8F-DAB4-85D8-D21D93905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022555"/>
            <a:ext cx="10668000" cy="5122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Sensor Module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ACS712 Current Sensor Module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Temperature–Humidity Sensor Module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HC-05 Bluetooth Module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Face Authentication Module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2-Channel Relay Module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4-Channel Relay Module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16×2 I2C LCD Display Module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Li-ion Battery Module (12V)</a:t>
            </a:r>
          </a:p>
        </p:txBody>
      </p:sp>
    </p:spTree>
    <p:extLst>
      <p:ext uri="{BB962C8B-B14F-4D97-AF65-F5344CB8AC3E}">
        <p14:creationId xmlns:p14="http://schemas.microsoft.com/office/powerpoint/2010/main" val="292999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99C5584-CA1E-085B-3BAE-B3577CC28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9AEAAEF-BDF6-7665-629E-2DC8CA34C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76759687-0F1D-AF78-A88B-33B3DDB4C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022555"/>
            <a:ext cx="10668000" cy="456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u="sng" dirty="0"/>
              <a:t>Block Diagram: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91CA9C-EACE-A102-E356-034C393A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213" y="1508482"/>
            <a:ext cx="4800600" cy="444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3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600" b="1" dirty="0"/>
              <a:t>&gt;    </a:t>
            </a:r>
            <a:r>
              <a:rPr lang="en-US" sz="1600" b="1" u="sng" dirty="0"/>
              <a:t>Analysis of Problem Statement:</a:t>
            </a:r>
          </a:p>
          <a:p>
            <a:r>
              <a:rPr lang="en-US" sz="1600" b="1" dirty="0"/>
              <a:t>Functional Analysis:</a:t>
            </a:r>
            <a:br>
              <a:rPr lang="en-US" sz="1600" dirty="0"/>
            </a:br>
            <a:r>
              <a:rPr lang="en-US" sz="1600" dirty="0"/>
              <a:t>The system accurately monitors voltage, current, temperature, and humidity, enabling reliable automatic source switching and secure load control through authenticated access.</a:t>
            </a:r>
          </a:p>
          <a:p>
            <a:r>
              <a:rPr lang="en-US" sz="1600" b="1" dirty="0"/>
              <a:t>Performance Analysis:</a:t>
            </a:r>
            <a:br>
              <a:rPr lang="en-US" sz="1600" dirty="0"/>
            </a:br>
            <a:r>
              <a:rPr lang="en-US" sz="1600" dirty="0"/>
              <a:t>Switching between transformer and battery occurs within milliseconds, sensor readings remain stable, and Bluetooth communication provides fast and responsive control.</a:t>
            </a:r>
          </a:p>
          <a:p>
            <a:r>
              <a:rPr lang="en-US" sz="1600" b="1" dirty="0"/>
              <a:t>Security Analysis:</a:t>
            </a:r>
            <a:br>
              <a:rPr lang="en-US" sz="1600" dirty="0"/>
            </a:br>
            <a:r>
              <a:rPr lang="en-US" sz="1600" dirty="0"/>
              <a:t>Face authentication restricts system access to authorized users only, preventing misuse and enhancing safety in power management operations.</a:t>
            </a:r>
          </a:p>
          <a:p>
            <a:r>
              <a:rPr lang="en-US" sz="1600" b="1" dirty="0"/>
              <a:t>System Reliability Analysis:</a:t>
            </a:r>
            <a:br>
              <a:rPr lang="en-US" sz="1600" dirty="0"/>
            </a:br>
            <a:r>
              <a:rPr lang="en-US" sz="1600" dirty="0"/>
              <a:t>The integration of sensors, relays, and Arduino logic ensures continuous operation even during supply fluctuations, making the microgrid efficient and dependable.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https://github.com/Rahu245/Design-of-Cyber-Security-Enabled-Smart-Controller-for-grid-connected-Microgrid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r>
              <a:rPr lang="en-IN" sz="2000" b="1" dirty="0"/>
              <a:t>Hardware Components</a:t>
            </a:r>
          </a:p>
          <a:p>
            <a:pPr marL="76200" indent="0">
              <a:buNone/>
            </a:pPr>
            <a:r>
              <a:rPr lang="en-IN" sz="2000" dirty="0"/>
              <a:t>Arduino Nano, Voltage Sensors, ACS712 Current Sensor, DHT11 Sensor, HC-05 Bluetooth Module, ESP32-CAM (Face Authentication Module), 2-Channel Relay Module, 4-Channel Relay Module, 12V Transformer, 12V Li-ion Battery, 16×2 I2C LCD Display, Fan, LED, USB </a:t>
            </a:r>
            <a:r>
              <a:rPr lang="en-IN" sz="2000" dirty="0" err="1"/>
              <a:t>Port,Jumper</a:t>
            </a:r>
            <a:r>
              <a:rPr lang="en-IN" sz="2000" dirty="0"/>
              <a:t> Wires, Power Supply Unit.</a:t>
            </a:r>
          </a:p>
          <a:p>
            <a:r>
              <a:rPr lang="en-IN" sz="2000" b="1" dirty="0"/>
              <a:t>Software Components</a:t>
            </a:r>
          </a:p>
          <a:p>
            <a:pPr marL="76200" indent="0">
              <a:buNone/>
            </a:pPr>
            <a:r>
              <a:rPr lang="en-IN" sz="2000" dirty="0"/>
              <a:t>Arduino IDE, Embedded C/Arduino Language, LiquidCrystal_I2C Library, DHT Library, Serial Communication Library, Python with OpenCV, Mobile Bluetooth Application.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Gantt Chart-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82AA9-B2E3-0929-70B3-B076DF137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079625"/>
            <a:ext cx="10668000" cy="26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F31C1A-7487-B02D-F406-65770E162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313386"/>
              </p:ext>
            </p:extLst>
          </p:nvPr>
        </p:nvGraphicFramePr>
        <p:xfrm>
          <a:off x="884903" y="1042220"/>
          <a:ext cx="10009239" cy="7650250"/>
        </p:xfrm>
        <a:graphic>
          <a:graphicData uri="http://schemas.openxmlformats.org/drawingml/2006/table">
            <a:tbl>
              <a:tblPr/>
              <a:tblGrid>
                <a:gridCol w="10009239">
                  <a:extLst>
                    <a:ext uri="{9D8B030D-6E8A-4147-A177-3AD203B41FA5}">
                      <a16:colId xmlns:a16="http://schemas.microsoft.com/office/drawing/2014/main" val="418648428"/>
                    </a:ext>
                  </a:extLst>
                </a:gridCol>
              </a:tblGrid>
              <a:tr h="11683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[1] I. Ahmed et al., “Review on microgrids’ design and monitoring approaches,” Scientific Reports, 2023,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doi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: 10.1038/s41598-023-48985-7.</a:t>
                      </a:r>
                    </a:p>
                    <a:p>
                      <a:pPr fontAlgn="t">
                        <a:buNone/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[2] G. Murugan and S.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Vijayarajan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, “Sustainable energy management system design for microgrids: prototype and validation,” Sustainable Energy Technologies and Assessments, 2023,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doi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: 10.1016/j.seta.2023.103244.</a:t>
                      </a:r>
                    </a:p>
                    <a:p>
                      <a:pPr fontAlgn="t">
                        <a:buNone/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[3] H. Rezk, T. Wang, E. S. et al., “Role of metaheuristics in optimizing microgrids operating and management issues: A comprehensive review,” Sustainability, vol. 15, no. 6, Art. no. 4982, Mar. 2023,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doi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: 10.3390/su15064982.</a:t>
                      </a:r>
                    </a:p>
                    <a:p>
                      <a:pPr fontAlgn="t">
                        <a:buNone/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[4] A. J.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Albarakati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 et al., “Microgrid energy management and monitoring systems: A comprehensive review,” Frontiers in Energy Research, vol. 10, Article 1097858, 2022,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doi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: 10.3389/fenrg.2022.1097858.</a:t>
                      </a:r>
                    </a:p>
                    <a:p>
                      <a:pPr fontAlgn="t">
                        <a:buNone/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[5] Y. Zahraoui, I.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Alhamrouni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, S.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Mekhilef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, M. R. B. Khan, M.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Seyedmahmoudian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, A.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Stojcevski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, and B. Horan,</a:t>
                      </a:r>
                    </a:p>
                    <a:p>
                      <a:pPr fontAlgn="t">
                        <a:buNone/>
                      </a:pP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“Energy management system in microgrids: A comprehensive review,” Sustainability, vol. 13, no. 19, Art. no. 10492, 2021, </a:t>
                      </a:r>
                      <a:r>
                        <a:rPr lang="en-IN" sz="1800" dirty="0" err="1">
                          <a:effectLst/>
                          <a:latin typeface="Arial" panose="020B0604020202020204" pitchFamily="34" charset="0"/>
                        </a:rPr>
                        <a:t>doi</a:t>
                      </a:r>
                      <a:r>
                        <a:rPr lang="en-IN" sz="1800" dirty="0">
                          <a:effectLst/>
                          <a:latin typeface="Arial" panose="020B0604020202020204" pitchFamily="34" charset="0"/>
                        </a:rPr>
                        <a:t>: 10.3390/su131910492.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046853"/>
                  </a:ext>
                </a:extLst>
              </a:tr>
              <a:tr h="11683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60683"/>
                  </a:ext>
                </a:extLst>
              </a:tr>
              <a:tr h="9054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sz="18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30989"/>
                  </a:ext>
                </a:extLst>
              </a:tr>
              <a:tr h="66989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43628"/>
                  </a:ext>
                </a:extLst>
              </a:tr>
              <a:tr h="66989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65651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4767BC26-B2FA-376C-2B94-17513161B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1013" y="2171700"/>
            <a:ext cx="113823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920</Words>
  <Application>Microsoft Office PowerPoint</Application>
  <PresentationFormat>Widescreen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Cambria</vt:lpstr>
      <vt:lpstr>Times New Roman</vt:lpstr>
      <vt:lpstr>Verdana</vt:lpstr>
      <vt:lpstr>Wingdings</vt:lpstr>
      <vt:lpstr>Bioinformatics</vt:lpstr>
      <vt:lpstr>SMART MICROGRID USING FACE AUTHENTICATION SYSTEM </vt:lpstr>
      <vt:lpstr>Problem Statement Number: </vt:lpstr>
      <vt:lpstr>Content</vt:lpstr>
      <vt:lpstr>Content</vt:lpstr>
      <vt:lpstr>Content</vt:lpstr>
      <vt:lpstr>Content</vt:lpstr>
      <vt:lpstr>Analysis of Problem Statement</vt:lpstr>
      <vt:lpstr>Github Link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Rahul Y.R</cp:lastModifiedBy>
  <cp:revision>45</cp:revision>
  <dcterms:modified xsi:type="dcterms:W3CDTF">2025-12-02T09:52:08Z</dcterms:modified>
</cp:coreProperties>
</file>